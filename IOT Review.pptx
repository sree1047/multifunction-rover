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5" r:id="rId6"/>
    <p:sldId id="267" r:id="rId7"/>
    <p:sldId id="270" r:id="rId8"/>
    <p:sldId id="260" r:id="rId9"/>
    <p:sldId id="261" r:id="rId10"/>
    <p:sldId id="262" r:id="rId11"/>
    <p:sldId id="263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6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0877" y="1322386"/>
            <a:ext cx="10363200" cy="14700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99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91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41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78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368" y="304800"/>
            <a:ext cx="10668000" cy="487362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22/12/2023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63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0" y="274638"/>
            <a:ext cx="7721600" cy="487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22/12/2023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  <p:pic>
        <p:nvPicPr>
          <p:cNvPr id="2051" name="Picture 3" descr="C:\Users\AMMU\Desktop\Bord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209" y="139874"/>
            <a:ext cx="9686793" cy="69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02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7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56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595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6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22/12/2023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3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6680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952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994CE30-7D40-4BC0-BA0D-56C992D5B4BD}" type="datetimeFigureOut">
              <a:rPr lang="en-GB" smtClean="0"/>
              <a:t>22/12/2023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3F0EAE8F-8B4C-436F-93E6-DF2509305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800" y="914400"/>
            <a:ext cx="10668000" cy="0"/>
          </a:xfrm>
          <a:prstGeom prst="line">
            <a:avLst/>
          </a:prstGeom>
          <a:noFill/>
          <a:ln w="57150" cmpd="thickThin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IN" sz="180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F5847C07-33FE-4652-A9FD-CD40E657B78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45"/>
          <a:stretch/>
        </p:blipFill>
        <p:spPr bwMode="auto">
          <a:xfrm>
            <a:off x="0" y="5991366"/>
            <a:ext cx="12192000" cy="866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484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rgbClr val="FF0000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C1FD3F1-2BD5-CD45-1609-DB1E51BA281F}"/>
              </a:ext>
            </a:extLst>
          </p:cNvPr>
          <p:cNvSpPr txBox="1">
            <a:spLocks/>
          </p:cNvSpPr>
          <p:nvPr/>
        </p:nvSpPr>
        <p:spPr>
          <a:xfrm>
            <a:off x="685798" y="957941"/>
            <a:ext cx="11332029" cy="1926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GB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 </a:t>
            </a: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</a:rPr>
              <a:t>MULTIFUNCTION ROVER</a:t>
            </a:r>
            <a:b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4216751-0A3A-80B5-3C1D-21D9D9C79DF3}"/>
              </a:ext>
            </a:extLst>
          </p:cNvPr>
          <p:cNvSpPr txBox="1">
            <a:spLocks/>
          </p:cNvSpPr>
          <p:nvPr/>
        </p:nvSpPr>
        <p:spPr>
          <a:xfrm>
            <a:off x="120595" y="3290468"/>
            <a:ext cx="3200400" cy="3015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Roll No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20201CSE0171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20201CSE0116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20201CSE0134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20201CSE0133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20201CSE0170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2E5ABF7-CF47-13E6-B0EC-12892A255A24}"/>
              </a:ext>
            </a:extLst>
          </p:cNvPr>
          <p:cNvSpPr txBox="1">
            <a:spLocks/>
          </p:cNvSpPr>
          <p:nvPr/>
        </p:nvSpPr>
        <p:spPr>
          <a:xfrm>
            <a:off x="3338854" y="3290469"/>
            <a:ext cx="3200400" cy="3015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Sree Bhargav Reddy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Abhiram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Arjun Arun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Sravan Kumar Reddy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Babu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709540FF-E25D-0CD1-41C2-6E37E3932276}"/>
              </a:ext>
            </a:extLst>
          </p:cNvPr>
          <p:cNvSpPr txBox="1">
            <a:spLocks/>
          </p:cNvSpPr>
          <p:nvPr/>
        </p:nvSpPr>
        <p:spPr>
          <a:xfrm>
            <a:off x="6503535" y="3581399"/>
            <a:ext cx="5514292" cy="2433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of,</a:t>
            </a:r>
          </a:p>
          <a:p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Mr. Prakash B Metre</a:t>
            </a:r>
            <a:endParaRPr lang="en-GB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&amp; Engineering</a:t>
            </a:r>
          </a:p>
          <a:p>
            <a:r>
              <a:rPr lang="en-GB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Presidency University</a:t>
            </a:r>
          </a:p>
          <a:p>
            <a:endParaRPr lang="en-GB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0FC045-223E-6D0D-6FCC-149B90ED4353}"/>
              </a:ext>
            </a:extLst>
          </p:cNvPr>
          <p:cNvSpPr txBox="1"/>
          <p:nvPr/>
        </p:nvSpPr>
        <p:spPr>
          <a:xfrm>
            <a:off x="2966357" y="1159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3003 - Internet of Things</a:t>
            </a:r>
          </a:p>
          <a:p>
            <a:pPr algn="ctr"/>
            <a:r>
              <a:rPr lang="en-GB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Review-1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F5D8838-61E9-22B5-4D2E-3773C4161DFF}"/>
              </a:ext>
            </a:extLst>
          </p:cNvPr>
          <p:cNvSpPr txBox="1">
            <a:spLocks/>
          </p:cNvSpPr>
          <p:nvPr/>
        </p:nvSpPr>
        <p:spPr>
          <a:xfrm>
            <a:off x="757812" y="2332530"/>
            <a:ext cx="3970594" cy="552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7CSE-02</a:t>
            </a:r>
          </a:p>
          <a:p>
            <a:pPr algn="l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64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630365"/>
            <a:ext cx="10668000" cy="4952997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Rover which is used in domestic areas.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one can control the robot with the help of mobile or laptop through Internet of Things (IoT)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also can get the live streaming of video with the help of wireless camera from the Rover.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functions Controlling of the rover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/>
          </a:p>
          <a:p>
            <a:pPr algn="just"/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48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Ardui</a:t>
            </a:r>
            <a:r>
              <a:rPr lang="en-IN" sz="2400" kern="0" dirty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Uno R3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L298N Motor </a:t>
            </a:r>
            <a:r>
              <a:rPr lang="en-IN" sz="2400" kern="0" dirty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river </a:t>
            </a:r>
            <a:endParaRPr lang="en-IN" sz="2400" kern="0" dirty="0">
              <a:solidFill>
                <a:srgbClr val="0F111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kern="0" dirty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ltrasonic Sensor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SG90 Servo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HC-06 Bluetooth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TP4056  </a:t>
            </a:r>
            <a:r>
              <a:rPr lang="en-IN" kern="0" dirty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Charging</a:t>
            </a: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Module  – Type C</a:t>
            </a:r>
          </a:p>
          <a:p>
            <a:pPr marL="457200" indent="-457200"/>
            <a:r>
              <a:rPr lang="en-IN" kern="0" dirty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olar </a:t>
            </a:r>
            <a:r>
              <a:rPr lang="en-IN" kern="0" dirty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anel 6v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18650 li-ion Battery 3.7v</a:t>
            </a:r>
            <a:endParaRPr lang="en-IN" kern="0" dirty="0">
              <a:solidFill>
                <a:srgbClr val="0F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 pin switch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18650 Battery Holder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Jumper Wires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kern="0" dirty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5 mm 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kern="0" dirty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1K Resistors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Chassis (Including motors and wheels) </a:t>
            </a:r>
            <a:r>
              <a:rPr lang="en-IN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/>
            <a:endParaRPr lang="en-IN" kern="0" dirty="0">
              <a:solidFill>
                <a:srgbClr val="0F111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endParaRPr lang="en-IN" sz="2400" kern="0" dirty="0">
              <a:solidFill>
                <a:srgbClr val="0F111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kern="0" dirty="0">
              <a:solidFill>
                <a:srgbClr val="0F111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400" kern="0" dirty="0">
              <a:solidFill>
                <a:srgbClr val="0F111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400" kern="0" dirty="0">
              <a:solidFill>
                <a:srgbClr val="0F111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  <a:p>
            <a:endParaRPr lang="en-IN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7711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800" b="1" i="0" u="sng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METHODOLOGY</a:t>
            </a:r>
            <a:endParaRPr lang="en-GB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3EBC216-2D1E-F4AD-47AC-66698313C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143000"/>
            <a:ext cx="10668000" cy="4953000"/>
          </a:xfrm>
        </p:spPr>
        <p:txBody>
          <a:bodyPr/>
          <a:lstStyle/>
          <a:p>
            <a:pPr marL="0" indent="0" algn="l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diagrams: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A64414-D511-B24E-7F2A-612C516AE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550" y="1015770"/>
            <a:ext cx="6880860" cy="520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571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5C25C2-ED13-943A-623A-28EEDDC50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3" y="1074420"/>
            <a:ext cx="9934173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86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E077A8-0496-A94C-02BE-D81BF7354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93" y="2214788"/>
            <a:ext cx="4523494" cy="3036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A2E817-D161-8FD0-D239-2C59E16542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189" y="2214788"/>
            <a:ext cx="6222598" cy="350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3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210CE24E-2F8E-C562-D902-B16C0E608052}"/>
              </a:ext>
            </a:extLst>
          </p:cNvPr>
          <p:cNvSpPr/>
          <p:nvPr/>
        </p:nvSpPr>
        <p:spPr>
          <a:xfrm flipV="1">
            <a:off x="238125" y="4798695"/>
            <a:ext cx="11715750" cy="14820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AC39A-2CED-DE99-1C4C-8B499E60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A47046-5A8E-EE66-D30F-50C5F2282C9D}"/>
              </a:ext>
            </a:extLst>
          </p:cNvPr>
          <p:cNvSpPr/>
          <p:nvPr/>
        </p:nvSpPr>
        <p:spPr>
          <a:xfrm>
            <a:off x="4826635" y="3429000"/>
            <a:ext cx="2740025" cy="117348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Ardui</a:t>
            </a:r>
            <a:r>
              <a:rPr lang="en-IN" sz="2400" kern="0" dirty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IN" sz="2400" kern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UNO R3</a:t>
            </a:r>
            <a:endParaRPr lang="en-IN" sz="2400" kern="0" dirty="0">
              <a:solidFill>
                <a:srgbClr val="0F111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EA2341-4FCD-2490-1E1C-609095ED0168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196648" y="2537460"/>
            <a:ext cx="0" cy="8915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0A69733-3CB4-B05E-83A3-5AAA25884130}"/>
              </a:ext>
            </a:extLst>
          </p:cNvPr>
          <p:cNvSpPr/>
          <p:nvPr/>
        </p:nvSpPr>
        <p:spPr>
          <a:xfrm>
            <a:off x="4786631" y="1828800"/>
            <a:ext cx="2820031" cy="708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L298N Motor </a:t>
            </a:r>
            <a:r>
              <a:rPr lang="en-IN" sz="2400" kern="0" dirty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river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5EC3E1-9B0F-261C-CDCA-65DBFF391853}"/>
              </a:ext>
            </a:extLst>
          </p:cNvPr>
          <p:cNvSpPr/>
          <p:nvPr/>
        </p:nvSpPr>
        <p:spPr>
          <a:xfrm>
            <a:off x="150181" y="3429000"/>
            <a:ext cx="2820031" cy="708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kern="0" dirty="0">
                <a:solidFill>
                  <a:srgbClr val="0F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 – 06 </a:t>
            </a:r>
          </a:p>
          <a:p>
            <a:pPr algn="ctr"/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Bluetooth Module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ED5A3B-0B81-8C99-69D3-DAFA42592E02}"/>
              </a:ext>
            </a:extLst>
          </p:cNvPr>
          <p:cNvSpPr/>
          <p:nvPr/>
        </p:nvSpPr>
        <p:spPr>
          <a:xfrm>
            <a:off x="9063990" y="3429000"/>
            <a:ext cx="2820031" cy="708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SG90 Servo &amp;</a:t>
            </a:r>
          </a:p>
          <a:p>
            <a:pPr algn="ctr"/>
            <a:r>
              <a:rPr lang="en-IN" sz="2400" kern="0" dirty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ltrasonic Sensor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3449277-AA57-55A7-F4C9-624F2F07EFFD}"/>
              </a:ext>
            </a:extLst>
          </p:cNvPr>
          <p:cNvCxnSpPr>
            <a:cxnSpLocks/>
            <a:stCxn id="41" idx="3"/>
            <a:endCxn id="4" idx="2"/>
          </p:cNvCxnSpPr>
          <p:nvPr/>
        </p:nvCxnSpPr>
        <p:spPr>
          <a:xfrm flipV="1">
            <a:off x="3220081" y="4602480"/>
            <a:ext cx="2976567" cy="76771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2AB4E0D-5AF6-2D94-70D0-3F6F12B68ABA}"/>
              </a:ext>
            </a:extLst>
          </p:cNvPr>
          <p:cNvSpPr/>
          <p:nvPr/>
        </p:nvSpPr>
        <p:spPr>
          <a:xfrm>
            <a:off x="400050" y="4924425"/>
            <a:ext cx="2820031" cy="8915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18650 li-ion Battery 3.7v</a:t>
            </a:r>
            <a:endParaRPr lang="en-IN" sz="24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120AF00-1A79-FD7F-F39F-43D2DED829D0}"/>
              </a:ext>
            </a:extLst>
          </p:cNvPr>
          <p:cNvSpPr/>
          <p:nvPr/>
        </p:nvSpPr>
        <p:spPr>
          <a:xfrm>
            <a:off x="6323965" y="4983480"/>
            <a:ext cx="2740025" cy="708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TP4056  </a:t>
            </a:r>
            <a:r>
              <a:rPr lang="en-IN" sz="2400" kern="0" dirty="0">
                <a:solidFill>
                  <a:srgbClr val="0F111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Charging</a:t>
            </a:r>
            <a:r>
              <a:rPr lang="en-IN" sz="2400" kern="0" dirty="0">
                <a:solidFill>
                  <a:srgbClr val="0F111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9763687-3AD3-D797-2DFB-842C700B44FD}"/>
              </a:ext>
            </a:extLst>
          </p:cNvPr>
          <p:cNvCxnSpPr>
            <a:cxnSpLocks/>
          </p:cNvCxnSpPr>
          <p:nvPr/>
        </p:nvCxnSpPr>
        <p:spPr>
          <a:xfrm flipH="1" flipV="1">
            <a:off x="3220081" y="5236845"/>
            <a:ext cx="3103884" cy="38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7AA7CF28-EB5B-FDAA-363F-42F9B31D9114}"/>
              </a:ext>
            </a:extLst>
          </p:cNvPr>
          <p:cNvSpPr/>
          <p:nvPr/>
        </p:nvSpPr>
        <p:spPr>
          <a:xfrm>
            <a:off x="10184130" y="5033010"/>
            <a:ext cx="1656390" cy="60198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Panel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1847B35-450F-3A91-C8D4-313FFC11BD46}"/>
              </a:ext>
            </a:extLst>
          </p:cNvPr>
          <p:cNvCxnSpPr>
            <a:cxnSpLocks/>
            <a:endCxn id="45" idx="3"/>
          </p:cNvCxnSpPr>
          <p:nvPr/>
        </p:nvCxnSpPr>
        <p:spPr>
          <a:xfrm flipH="1">
            <a:off x="9063990" y="5337810"/>
            <a:ext cx="12474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itle 1">
            <a:extLst>
              <a:ext uri="{FF2B5EF4-FFF2-40B4-BE49-F238E27FC236}">
                <a16:creationId xmlns:a16="http://schemas.microsoft.com/office/drawing/2014/main" id="{37E341BB-9DEC-FCB7-D2CB-542C36EBA472}"/>
              </a:ext>
            </a:extLst>
          </p:cNvPr>
          <p:cNvSpPr txBox="1">
            <a:spLocks/>
          </p:cNvSpPr>
          <p:nvPr/>
        </p:nvSpPr>
        <p:spPr>
          <a:xfrm>
            <a:off x="862646" y="1052355"/>
            <a:ext cx="106680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algn="ctr"/>
            <a:r>
              <a:rPr lang="en-US" sz="2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ROVER</a:t>
            </a:r>
            <a:endParaRPr lang="en-IN" sz="24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9F1DC42-FC5D-BD54-0FA8-06E4FD1B16B8}"/>
              </a:ext>
            </a:extLst>
          </p:cNvPr>
          <p:cNvCxnSpPr>
            <a:stCxn id="29" idx="3"/>
            <a:endCxn id="4" idx="1"/>
          </p:cNvCxnSpPr>
          <p:nvPr/>
        </p:nvCxnSpPr>
        <p:spPr>
          <a:xfrm>
            <a:off x="2970212" y="3783330"/>
            <a:ext cx="1856423" cy="23241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48633C4-9ABB-D572-38F3-BF4F1267186F}"/>
              </a:ext>
            </a:extLst>
          </p:cNvPr>
          <p:cNvCxnSpPr>
            <a:stCxn id="4" idx="3"/>
            <a:endCxn id="35" idx="1"/>
          </p:cNvCxnSpPr>
          <p:nvPr/>
        </p:nvCxnSpPr>
        <p:spPr>
          <a:xfrm flipV="1">
            <a:off x="7566660" y="3783330"/>
            <a:ext cx="1497330" cy="23241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912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800" b="1" i="0" u="sng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LITERATURE REVIEW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1.)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 mini rover based on IoT technology 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Nurul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Pauzi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Seri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Mastura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Mustaza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Iskandar Yahya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ublication date 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25-January-2021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aims to create an IoT-based rover for environmental condition monitoring.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sensors like humidity, temperature, air quality, and ultrasonic.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compact size and low development cost make it a cost-effective solution for monitoring and assessing environmental conditions.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rover is controlled by a mobile application, which monitors data from sensors and camera images.</a:t>
            </a:r>
          </a:p>
        </p:txBody>
      </p:sp>
    </p:spTree>
    <p:extLst>
      <p:ext uri="{BB962C8B-B14F-4D97-AF65-F5344CB8AC3E}">
        <p14:creationId xmlns:p14="http://schemas.microsoft.com/office/powerpoint/2010/main" val="2666729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Self-Navigation Rover Based on IOT</a:t>
            </a:r>
          </a:p>
          <a:p>
            <a:pPr marL="0" indent="0" algn="l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Santosh 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Pravin 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Yannawar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ublication date 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September 28, 2018</a:t>
            </a:r>
          </a:p>
          <a:p>
            <a:pPr marL="0" indent="0" algn="l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aims to use the Internet of Things (IoT) mechanism on Raspberry Pi.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abandoned places, contaminated with radiations, gases, or hazardous substances without human intervention.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rover will self-navigate and post live video feeds to a remote server, with GPS installed for easy location.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technology will be useful in public and private sectors.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944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3.)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Based Seed Planting and Watering Rover </a:t>
            </a:r>
          </a:p>
          <a:p>
            <a:pPr marL="0" indent="0" algn="l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Nagarjuna Reddy, 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Maheedhar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Reddy, G Balaji, CH Muni Harish, CH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Kethan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ublication date 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2022</a:t>
            </a:r>
          </a:p>
          <a:p>
            <a:pPr marL="0" indent="0" algn="l">
              <a:buNone/>
            </a:pPr>
            <a:endParaRPr lang="en-IN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rover, powered by ESP8266 Node MCU DC motors, uses a DHT11 sensor and Wi-Fi module to monitor and upload data.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Equipped with a plough, seed dropper, and water pouring equipment, it estimates seed distance and automatically waters them after 12-24 hours.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332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240" y="2023111"/>
            <a:ext cx="10668000" cy="495299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Obstacle Avoiding Rover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 Application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Control</a:t>
            </a:r>
          </a:p>
          <a:p>
            <a:pPr marL="0" indent="0" algn="l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928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682A-E657-CE92-2127-2472D44E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PROPOSED 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34300-F6AB-8480-D88C-50D0C58D2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05003"/>
            <a:ext cx="10668000" cy="495299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 and Servo Motor will find the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Obstacle.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6v mini solar panel and TP4056 module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will charge.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 -06 Module we can control the Rover using Android application.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control using application.</a:t>
            </a:r>
          </a:p>
        </p:txBody>
      </p:sp>
    </p:spTree>
    <p:extLst>
      <p:ext uri="{BB962C8B-B14F-4D97-AF65-F5344CB8AC3E}">
        <p14:creationId xmlns:p14="http://schemas.microsoft.com/office/powerpoint/2010/main" val="1366133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1FD3-4227-3100-8735-1A5068AB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8321"/>
            <a:ext cx="10668000" cy="487362"/>
          </a:xfrm>
        </p:spPr>
        <p:txBody>
          <a:bodyPr/>
          <a:lstStyle/>
          <a:p>
            <a:pPr algn="ctr"/>
            <a:r>
              <a:rPr lang="en-US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</a:t>
            </a:r>
            <a:b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2398D-7436-D773-EA96-9688B7A9C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This project consists of a prototype of a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Multifunction Rover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as above stated. The prototype Rover can recognize commands from users and can turn the car left, right, and stop with great accuracy. we could make use of this as a surveillance rovers.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These Rover could self-monitor under any human supervision, thereby reducing manpower.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Where this rover will be self recharged using the six volts solar panel. As it is rechargeable we can use it continuously without any limit. </a:t>
            </a:r>
            <a:r>
              <a:rPr lang="en-IN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This multifunction rover can be used as a for observing things around it.</a:t>
            </a:r>
          </a:p>
          <a:p>
            <a:pPr algn="just"/>
            <a:r>
              <a:rPr lang="en-IN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inspired from 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ragyan</a:t>
            </a:r>
            <a:r>
              <a:rPr lang="en-IN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Rover Which is recently launched by ISRO. For exploring the South Pole of the moon.</a:t>
            </a:r>
          </a:p>
        </p:txBody>
      </p:sp>
    </p:spTree>
    <p:extLst>
      <p:ext uri="{BB962C8B-B14F-4D97-AF65-F5344CB8AC3E}">
        <p14:creationId xmlns:p14="http://schemas.microsoft.com/office/powerpoint/2010/main" val="923170264"/>
      </p:ext>
    </p:extLst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oinformatics" id="{2C23B8A5-E958-4A8C-AECF-01EA482D72F9}" vid="{45DF3A2B-1BA7-4465-AD96-220179DE36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Bioinformatics</Template>
  <TotalTime>458</TotalTime>
  <Words>650</Words>
  <Application>Microsoft Office PowerPoint</Application>
  <PresentationFormat>Widescreen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Times New Roman</vt:lpstr>
      <vt:lpstr>Verdana</vt:lpstr>
      <vt:lpstr>Bioinformatics</vt:lpstr>
      <vt:lpstr>PowerPoint Presentation</vt:lpstr>
      <vt:lpstr>INTRODUCTION</vt:lpstr>
      <vt:lpstr>COMPONETS</vt:lpstr>
      <vt:lpstr>METHODOLOGY</vt:lpstr>
      <vt:lpstr>PowerPoint Presentation</vt:lpstr>
      <vt:lpstr>PowerPoint Presentation</vt:lpstr>
      <vt:lpstr>DESIGN</vt:lpstr>
      <vt:lpstr>LITERATURE REVIEW</vt:lpstr>
      <vt:lpstr>PowerPoint Presentation</vt:lpstr>
      <vt:lpstr>PowerPoint Presentation</vt:lpstr>
      <vt:lpstr>OBJECTIVES</vt:lpstr>
      <vt:lpstr>PROPOSED METHOD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Sanjeev P Kaulgud-Asst. Prof-CSE</dc:creator>
  <cp:lastModifiedBy>Sree Bhargav Reddy Daggula</cp:lastModifiedBy>
  <cp:revision>25</cp:revision>
  <dcterms:created xsi:type="dcterms:W3CDTF">2023-03-16T03:26:27Z</dcterms:created>
  <dcterms:modified xsi:type="dcterms:W3CDTF">2023-12-22T05:10:39Z</dcterms:modified>
</cp:coreProperties>
</file>